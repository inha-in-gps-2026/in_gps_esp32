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58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1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 5계층 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계층(L1)이 가장 먼저, 바깥 계층(L5)이 마지막 방어선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62917"/>
              </p:ext>
            </p:extLst>
          </p:nvPr>
        </p:nvGraphicFramePr>
        <p:xfrm>
          <a:off x="612648" y="1600200"/>
          <a:ext cx="10972800" cy="340156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지키는 것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제한시간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제한시간 넘어서는 순간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헬스모니터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측정값이 실제로 쌓이는지 · BLE 송신이 </a:t>
                      </a:r>
                      <a:r>
                        <a:rPr lang="en-US" sz="1200" dirty="0" err="1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</a:t>
                      </a:r>
                      <a:r>
                        <a:rPr lang="en-US" sz="12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되는지</a:t>
                      </a:r>
                      <a:r>
                        <a:rPr lang="en-US" sz="12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6초 / 15초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태스크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r>
                        <a:rPr lang="ko-KR" alt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제때 돌아가고 있는지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인터럽트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r>
                        <a:rPr lang="ko-KR" alt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잘 작동되고 있는지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패닉 핸들러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프로그램이 </a:t>
                      </a:r>
                      <a:r>
                        <a:rPr lang="en-US" sz="1300" dirty="0" err="1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크래시하는</a:t>
                      </a: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순</a:t>
                      </a:r>
                      <a:r>
                        <a:rPr lang="ko-KR" alt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남기고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부트로더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부팅 과정이 </a:t>
                      </a:r>
                      <a:r>
                        <a:rPr lang="en-US" sz="1300" dirty="0" err="1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끝까지</a:t>
                      </a: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가는지</a:t>
                      </a: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리셋 후 재시도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53492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5513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 </a:t>
            </a:r>
            <a:r>
              <a:rPr lang="en-US" sz="13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경로로 죽어도 끝은 재부팅 — 1.5초 뒤 측정 재개.  보조로 전원 급락 감지(브라운아웃)와 연속 비정상 리셋 3회 경고(크래시루프 감지)도 동작.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워치독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 계층 위치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갈수록 단순해지는 대신, 무슨 일이 있어도 죽지 않는다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746504"/>
            <a:ext cx="411480" cy="411480"/>
          </a:xfrm>
          <a:prstGeom prst="ellipse">
            <a:avLst/>
          </a:prstGeom>
          <a:solidFill>
            <a:srgbClr val="3D5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헬스모니터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측정·송신의 '논리적 죽음'까지 판단하는 유일한 두뇌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74650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897880" y="1746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 태스크 · 소프트웨어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414016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5840" y="258775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 워치독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816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먹이(feed)가 끊기면 8초 뒤 무조건 발화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58775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97880" y="2587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타이머 · CPU 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255264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5840" y="3429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인터럽트 워치독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양코어 각각 감시, 0.3초 안에 발화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342900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타이머 · CPU 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096512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05840" y="42702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584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4169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패닉 핸들러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498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크래시가 난 바로 그 코어에서 즉시 실행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427024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897880" y="427024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상주 안 함 · 크래시 현장의 코드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937760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05840" y="51114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05840" y="5111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0200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부트로더 워치독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00200" y="5340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부팅이 9초 안에 못 끝나면 리셋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511149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97880" y="5111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RTC 하드웨어 · CPU와 무관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발생 시나리오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686800" y="2048256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887968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1이 통째로 멈추면?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887968" y="25054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L1도 죽지만 feed가 끊겨서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8초 뒤 L2가 재부팅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86800" y="3255264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87968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코어가 다 멈추면?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88796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L3가 0.3초 안에 잡는다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0" y="4462272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887968" y="4572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부팅부터 안 되면?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87968" y="4919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L5가 9초 안에 리셋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5897880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09728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감시자들이 한 곳에 모여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 죽어도 하드웨어 타이머는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듀얼코어 — </a:t>
            </a:r>
            <a:r>
              <a:rPr lang="ko-KR" alt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나눠서 사용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측정(ULP) → 처리(Core 1) → 송신(Core 0) 순서로 흐르고, Core 1이 Core 0을 감시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6766560" cy="3566160"/>
          </a:xfrm>
          <a:prstGeom prst="roundRect">
            <a:avLst>
              <a:gd name="adj" fmla="val 2308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ESP32-S3 칩 내부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371600" cy="2103120"/>
          </a:xfrm>
          <a:prstGeom prst="roundRect">
            <a:avLst>
              <a:gd name="adj" fmla="val 4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초저전력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담당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샘플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(200Hz)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3D5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1752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처리·감시 담당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변환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송신 데이터 준비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워치독(L1)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33172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담당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스택 전체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송신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852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246120"/>
            <a:ext cx="685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916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685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886200" y="4709160"/>
            <a:ext cx="2423160" cy="0"/>
          </a:xfrm>
          <a:prstGeom prst="line">
            <a:avLst/>
          </a:prstGeom>
          <a:noFill/>
          <a:ln w="25400">
            <a:solidFill>
              <a:srgbClr val="3D53B8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65176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"살아 있나?" 감시 — Core 0이 통째로 멈춰도 감지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32220" y="5257800"/>
            <a:ext cx="0" cy="4572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46520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광고 · 1초 주기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57607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5760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(STM32)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나눴나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77240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724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2304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주기 간섭 최소화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26791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통신이 서로 다른 </a:t>
            </a:r>
            <a:r>
              <a:rPr lang="en-US" sz="12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1초 주기가 </a:t>
            </a:r>
            <a:r>
              <a:rPr lang="en-US" sz="12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흔들리지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0" y="3675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724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지킴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0050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0(통신)이 통째로 멈춰도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1의 감시가 살아서 재부팅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5001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77240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21040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여유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21040" y="53309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</a:t>
            </a:r>
            <a:r>
              <a:rPr lang="ko-KR" alt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I2C </a:t>
            </a:r>
            <a:r>
              <a:rPr lang="ko-KR" alt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등</a:t>
            </a: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넣을 자리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— 재부팅으로도 안 나을 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재부팅해도 안 낫는 무한 부트 루프(전원 스파이크 반복 · 데이터 손상 · 부팅 버그)를 위한 2단계 대응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있는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크래시루프 감지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리셋 카운터가 RTC 메모리에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 재부팅을 넘어 살아남고,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비정상 리셋을 센다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3회면 경고만 남김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3D5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4632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1 — 지수 백오프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쉬었다가 재시도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재부팅하지 않고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딥슬립으로 점점 길게 휴식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→ 2분 → 10분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동안 배터리가 회복돼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전원성 루프에 특히 유효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2 — 세이프 모드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구성으로 부팅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반복되면 의심 기능을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빼고 최소한으로 시작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송신 파워 낮춤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빠른복구 대신 풀 초기화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</a:t>
            </a: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</a:t>
            </a: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초기화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'살아서 보고하는 상태' 확보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3246120"/>
            <a:ext cx="384048" cy="34747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0" y="3246120"/>
            <a:ext cx="384048" cy="34747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56875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 </a:t>
            </a:r>
            <a:r>
              <a:rPr lang="en-US" sz="12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가능한 실패는 에러 처리로, 예상 못 한 상태는 재부팅으로 — 재부팅이 안 통하면 전략을 바꾼다.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575</Words>
  <Application>Microsoft Office PowerPoint</Application>
  <PresentationFormat>와이드스크린</PresentationFormat>
  <Paragraphs>136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이예찬</cp:lastModifiedBy>
  <cp:revision>2</cp:revision>
  <dcterms:created xsi:type="dcterms:W3CDTF">2026-07-19T07:35:06Z</dcterms:created>
  <dcterms:modified xsi:type="dcterms:W3CDTF">2026-07-19T07:42:51Z</dcterms:modified>
</cp:coreProperties>
</file>