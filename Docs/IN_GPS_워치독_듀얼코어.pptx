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IN_GPS 펌웨어 · ESP32-S3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멈추지 않는 측정기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 5계층 + 듀얼코어 구조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없어도, 어떤 고장이 나도 — 스스로 알아채고 재부팅해서 측정을 이어갑니다.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A378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206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5계층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겹겹이 감시 — 하나가 놓치면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층이 잡는다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397764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A378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4206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나도 이 시간 안에 복구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(기존 11.5초 → 1.5초)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3977640"/>
            <a:ext cx="3383280" cy="1920240"/>
          </a:xfrm>
          <a:prstGeom prst="roundRect">
            <a:avLst>
              <a:gd name="adj" fmla="val 4286"/>
            </a:avLst>
          </a:prstGeom>
          <a:solidFill>
            <a:srgbClr val="2A378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4206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1248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송신 주기,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무인 상태로 계속 유지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 5계층 — 누가 무엇을 지키나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계층(L1)이 가장 먼저, 바깥 계층(L5)이 마지막 방어선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4572000"/>
                <a:gridCol w="1371600"/>
                <a:gridCol w="21031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지키나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제한시간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걸리면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헬스모니터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측정값이 실제로 쌓이는지 · BLE 송신이 실제로 되는지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6초 / 15초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태스크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작업(태스크)이 제때 돌고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인터럽트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시스템의 심장박동(스케줄러)이 뛰는지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0.3초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강제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패닉 핸들러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프로그램이 크래시하는 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남기고 재부팅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부트로더 워치독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부팅 과정이 끝까지 가는지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리셋 후 재시도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2648" y="53492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7F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5138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 </a:t>
            </a:r>
            <a:pPr indent="0" marL="0">
              <a:buNone/>
            </a:pPr>
            <a:r>
              <a:rPr lang="en-US" sz="13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경로로 죽어도 끝은 재부팅 — 1.5초 뒤 측정 재개.  보조로 전원 급락 감지(브라운아웃)와 연속 비정상 리셋 3회 경고(크래시루프 감지)도 동작.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듀얼코어 — 역할을 나눠서 서로 지킨다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측정(ULP) → 처리(Core 1) → 송신(Core 0) 순서로 흐르고, Core 1이 Core 0을 감시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2648" y="1645920"/>
            <a:ext cx="6766560" cy="3566160"/>
          </a:xfrm>
          <a:prstGeom prst="roundRect">
            <a:avLst>
              <a:gd name="adj" fmla="val 2308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ESP32-S3 칩 내부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1371600" cy="2103120"/>
          </a:xfrm>
          <a:prstGeom prst="roundRect">
            <a:avLst>
              <a:gd name="adj" fmla="val 4667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ULP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초저전력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담당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샘플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(200Hz)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33172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3D53B8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1752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처리·감시 담당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변환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송신 데이터 준비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워치독(L1)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331720"/>
            <a:ext cx="1691640" cy="2103120"/>
          </a:xfrm>
          <a:prstGeom prst="roundRect">
            <a:avLst>
              <a:gd name="adj" fmla="val 378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92608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담당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스택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송신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28529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246120"/>
            <a:ext cx="685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70916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6858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86200" y="4709160"/>
            <a:ext cx="2423160" cy="0"/>
          </a:xfrm>
          <a:prstGeom prst="line">
            <a:avLst/>
          </a:prstGeom>
          <a:noFill/>
          <a:ln w="25400">
            <a:solidFill>
              <a:srgbClr val="3D53B8"/>
            </a:solidFill>
            <a:prstDash val="dash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65176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5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"살아 있나?" 감시 — Core 0이 통째로 멈춰도 감지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32220" y="5257800"/>
            <a:ext cx="0" cy="4572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446520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광고 · 1초 주기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5760720"/>
            <a:ext cx="169164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5760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 (STM32)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나눴나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777240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321040" y="2304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 방해 없음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21040" y="26791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통신이 서로 다른 코어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1초 주기가 흔들리지 않음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0" y="36758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21040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서로를 지킴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21040" y="40050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0(통신)이 통째로 멈춰도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1의 감시가 살아서 재부팅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50017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21040" y="4956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여유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21040" y="53309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계산(노이즈 필터,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 검출)을 넣을 자리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감시자들은 어디에 사나 — 태스크는 L1 하나뿐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아래로 갈수록 단순해지는 대신, 무슨 일이 있어도 죽지 않는다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46504"/>
            <a:ext cx="411480" cy="411480"/>
          </a:xfrm>
          <a:prstGeom prst="ellipse">
            <a:avLst/>
          </a:prstGeom>
          <a:solidFill>
            <a:srgbClr val="3D53B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46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헬스모니터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751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측정·송신의 '논리적 죽음'까지 판단하는 유일한 두뇌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746504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174650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 태스크 · 소프트웨어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414016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258775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태스크 워치독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8163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먹이(feed)가 끊기면 8초 뒤 무조건 발화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97880" y="2587752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258775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타이머 · CPU 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255264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4290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인터럽트 워치독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6576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양코어 각각 감시, 0.3초 안에 발화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97880" y="3429000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타이머 · CPU 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096512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2702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41696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패닉 핸들러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0200" y="4498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크래시가 난 바로 그 코어에서 즉시 실행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97880" y="4270248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27024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상주 안 함 · 크래시 현장의 코드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937760"/>
            <a:ext cx="7498080" cy="749808"/>
          </a:xfrm>
          <a:prstGeom prst="roundRect">
            <a:avLst>
              <a:gd name="adj" fmla="val 7317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5840" y="51114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5111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0200" y="5010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부트로더 워치독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600200" y="5340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부팅이 9초 안에 못 끝나면 리셋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5111496"/>
            <a:ext cx="2240280" cy="40233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5897880" y="5111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RTC 하드웨어 · CPU와 무관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686800" y="15727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만약에...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686800" y="2048256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87968" y="21579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1이 통째로 멈추면?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887968" y="250545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L1도 죽지만 feed가 끊겨서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8초 뒤 L2가 재부팅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686800" y="3255264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33649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코어가 다 멈추면?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88796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L3가 0.3초 안에 잡는다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0" y="4462272"/>
            <a:ext cx="28803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5875">
            <a:solidFill>
              <a:srgbClr val="E1E7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87968" y="4572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부팅부터 안 되면?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887968" y="49194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L5가 9초 안에 리셋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" y="5897880"/>
            <a:ext cx="10744200" cy="658368"/>
          </a:xfrm>
          <a:prstGeom prst="roundRect">
            <a:avLst>
              <a:gd name="adj" fmla="val 11111"/>
            </a:avLst>
          </a:prstGeom>
          <a:solidFill>
            <a:srgbClr val="F4F7FE"/>
          </a:solidFill>
          <a:ln/>
        </p:spPr>
      </p:sp>
      <p:sp>
        <p:nvSpPr>
          <p:cNvPr id="50" name="Text 48"/>
          <p:cNvSpPr/>
          <p:nvPr/>
        </p:nvSpPr>
        <p:spPr>
          <a:xfrm>
            <a:off x="1097280" y="5989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pPr indent="0" marL="0">
              <a:buNone/>
            </a:pPr>
            <a:r>
              <a:rPr lang="en-US" sz="130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감시자들이 한 곳에 모여 있지 않다 — 소프트웨어가 다 죽어도 하드웨어 타이머는 멈추지 않는다 (단일 장애점 없음).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진행 — 재부팅으로도 안 나을 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9875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재부팅해도 안 낫는 무한 부트 루프(전원 스파이크 반복 · 데이터 손상 · 부팅 버그)를 위한 2단계 대응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4F7FE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있는 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크래시루프 감지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리셋 카운터가 RTC 메모리에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 재부팅을 넘어 살아남고,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비정상 리셋을 센다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3회면 경고만 남김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9050">
            <a:solidFill>
              <a:srgbClr val="3D5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5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1 — 지수 백오프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쉬었다가 재시도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재부팅하지 않고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딥슬립으로 점점 길게 휴식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 → 2분 → 10분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쉬는 동안 배터리가 회복돼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전원성 루프에 특히 유효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1737360"/>
            <a:ext cx="3200400" cy="338328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2 — 세이프 모드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구성으로 부팅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274320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반복되면 의심 기능을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빼고 최소한으로 시작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BLE 송신 파워 낮춤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빠른복구 대신 풀 초기화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저장값(NVS) 손상 시 초기화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'살아서 보고하는 상태' 확보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3246120"/>
            <a:ext cx="384048" cy="34747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3246120"/>
            <a:ext cx="384048" cy="347472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577840"/>
            <a:ext cx="10744200" cy="777240"/>
          </a:xfrm>
          <a:prstGeom prst="roundRect">
            <a:avLst>
              <a:gd name="adj" fmla="val 9412"/>
            </a:avLst>
          </a:prstGeom>
          <a:solidFill>
            <a:srgbClr val="F4F7FE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56875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범위:  </a:t>
            </a:r>
            <a:pPr indent="0" marL="0">
              <a:buNone/>
            </a:pPr>
            <a:r>
              <a:rPr lang="en-US" sz="12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소프트웨어만 — 하드웨어 보완(커패시터 보강 등)은 제외.   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 </a:t>
            </a:r>
            <a:pPr indent="0" marL="0">
              <a:buNone/>
            </a:pPr>
            <a:r>
              <a:rPr lang="en-US" sz="1250" dirty="0">
                <a:solidFill>
                  <a:srgbClr val="22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가능한 실패는 에러 처리로, 예상 못 한 상태는 재부팅으로 — 재부팅이 안 통하면 전략을 바꾼다.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2026-07-19T07:35:06Z</dcterms:created>
  <dcterms:modified xsi:type="dcterms:W3CDTF">2026-07-19T07:35:06Z</dcterms:modified>
</cp:coreProperties>
</file>