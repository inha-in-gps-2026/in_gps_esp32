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41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65760"/>
            <a:ext cx="10972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워치독</a:t>
            </a:r>
            <a:r>
              <a:rPr lang="ko-KR" alt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 계층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5840" y="1746504"/>
            <a:ext cx="411480" cy="411480"/>
          </a:xfrm>
          <a:prstGeom prst="ellipse">
            <a:avLst/>
          </a:prstGeom>
          <a:solidFill>
            <a:srgbClr val="3D5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746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헬스모니터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측정·송신</a:t>
            </a:r>
            <a:r>
              <a:rPr lang="ko-KR" alt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 </a:t>
            </a:r>
            <a:r>
              <a:rPr lang="en-US" altLang="ko-KR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ex)</a:t>
            </a:r>
            <a:r>
              <a:rPr lang="ko-KR" altLang="en-US" sz="105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오버플로우</a:t>
            </a:r>
            <a:r>
              <a:rPr lang="en-US" altLang="ko-KR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송신이 안되는 경우 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1746504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897880" y="17465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latin typeface="Malgun Gothic" charset="0"/>
                <a:ea typeface="Malgun Gothic" charset="0"/>
                <a:cs typeface="Malgun Gothic" charset="0"/>
              </a:rPr>
              <a:t>스스로 재부팅</a:t>
            </a:r>
            <a:endParaRPr lang="en-US" altLang="ko-KR" sz="1000" b="1" dirty="0"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2414016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5840" y="258775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199" y="2487168"/>
            <a:ext cx="26615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태스크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(Task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WatchDog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816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r>
              <a:rPr lang="ko-KR" alt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끊기면 8초 뒤 </a:t>
            </a:r>
            <a:r>
              <a:rPr lang="en-US" sz="105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</a:t>
            </a: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58775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97880" y="2587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charset="0"/>
              </a:rPr>
              <a:t>강제 재부팅</a:t>
            </a:r>
            <a:endParaRPr lang="en-US" altLang="ko-KR" sz="1000" b="1" dirty="0">
              <a:solidFill>
                <a:schemeClr val="bg1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255264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05840" y="3429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33038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인터럽트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(Interrupt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WatchDog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</a:t>
            </a:r>
            <a:r>
              <a:rPr lang="en-US" sz="105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양코어</a:t>
            </a: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감시, 0.3초 </a:t>
            </a:r>
            <a:r>
              <a:rPr lang="en-US" sz="105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</a:t>
            </a: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3429000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3429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재부팅</a:t>
            </a:r>
            <a:endParaRPr lang="en-US" altLang="ko-KR" sz="1000" b="1" dirty="0">
              <a:solidFill>
                <a:schemeClr val="bg1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2960" y="4096512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05840" y="427024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0584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41696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패닉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(Panic Handler)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4498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생긴</a:t>
            </a: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코어에서 즉시 실행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4270248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algn="ctr"/>
            <a:r>
              <a:rPr lang="ko-KR" altLang="en-US" sz="1000" b="1" dirty="0">
                <a:latin typeface="Malgun Gothic" charset="0"/>
                <a:ea typeface="Malgun Gothic" charset="0"/>
                <a:cs typeface="Malgun Gothic" charset="0"/>
              </a:rPr>
              <a:t>기록 남기고 재부팅</a:t>
            </a:r>
            <a:endParaRPr lang="en-US" altLang="ko-KR" sz="1000" b="1" dirty="0"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97880" y="427024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937760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05840" y="51114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05840" y="5111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00199" y="5010912"/>
            <a:ext cx="40059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부트로더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(Bootloader </a:t>
            </a:r>
            <a:r>
              <a:rPr lang="en-US" sz="1400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WatchDog</a:t>
            </a: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00200" y="5340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부팅이 9초 안에 못 끝나면 리셋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511149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97880" y="51114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리셋 후 재시도</a:t>
            </a:r>
            <a:endParaRPr lang="en-US" altLang="ko-KR" sz="1000" b="1" dirty="0">
              <a:solidFill>
                <a:schemeClr val="bg1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86800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상황 발생 시나리오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686800" y="2048256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887968" y="2157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1이 통째로 멈추면?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887968" y="25054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L1도 </a:t>
            </a:r>
            <a:r>
              <a:rPr lang="en-US" sz="11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죽지만</a:t>
            </a: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Task가</a:t>
            </a: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끊겨서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8초 뒤 L2가 재부팅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86800" y="3255264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887968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코어가 다 멈추면?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88796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L3가 0.3초 안에 잡는다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0" y="4462272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887968" y="4572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부팅부터 안 되면?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887968" y="4919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L5가 9초 안에 리셋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" y="5897880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09728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 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감시자들이 한 곳에 모여 </a:t>
            </a:r>
            <a:r>
              <a:rPr lang="en-US" sz="1300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있지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소프트웨어가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 죽어도 하드웨어 타이머는 </a:t>
            </a:r>
            <a:r>
              <a:rPr lang="en-US" sz="1300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</a:t>
            </a: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않음</a:t>
            </a:r>
            <a:endParaRPr lang="en-US" sz="130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7B07758A-8654-4979-83C8-F9C6D9EC115B}"/>
              </a:ext>
            </a:extLst>
          </p:cNvPr>
          <p:cNvSpPr/>
          <p:nvPr/>
        </p:nvSpPr>
        <p:spPr>
          <a:xfrm>
            <a:off x="4004431" y="1148225"/>
            <a:ext cx="546463" cy="29718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1A03FD31-8AC7-6CFA-DCE2-F5B875C15DB9}"/>
              </a:ext>
            </a:extLst>
          </p:cNvPr>
          <p:cNvSpPr/>
          <p:nvPr/>
        </p:nvSpPr>
        <p:spPr>
          <a:xfrm>
            <a:off x="5452653" y="1138428"/>
            <a:ext cx="546463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CD131E1B-0D37-E99D-6AC8-1E1B6B0B3171}"/>
              </a:ext>
            </a:extLst>
          </p:cNvPr>
          <p:cNvSpPr/>
          <p:nvPr/>
        </p:nvSpPr>
        <p:spPr>
          <a:xfrm>
            <a:off x="6797596" y="1143000"/>
            <a:ext cx="54646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BB8A7D-0B42-77D8-17FA-8AB4F25E92B7}"/>
              </a:ext>
            </a:extLst>
          </p:cNvPr>
          <p:cNvSpPr txBox="1"/>
          <p:nvPr/>
        </p:nvSpPr>
        <p:spPr>
          <a:xfrm>
            <a:off x="4572000" y="1170115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j-ea"/>
                <a:ea typeface="+mj-ea"/>
              </a:rPr>
              <a:t>CPU </a:t>
            </a:r>
            <a:r>
              <a:rPr lang="ko-KR" altLang="en-US" sz="1200" b="1" dirty="0">
                <a:latin typeface="+mj-ea"/>
                <a:ea typeface="+mj-ea"/>
              </a:rPr>
              <a:t>안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D3382E-E51B-F8E0-100D-85A0D941D901}"/>
              </a:ext>
            </a:extLst>
          </p:cNvPr>
          <p:cNvSpPr txBox="1"/>
          <p:nvPr/>
        </p:nvSpPr>
        <p:spPr>
          <a:xfrm>
            <a:off x="6017826" y="1153569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j-ea"/>
                <a:ea typeface="+mj-ea"/>
              </a:rPr>
              <a:t>CPU </a:t>
            </a:r>
            <a:r>
              <a:rPr lang="ko-KR" altLang="en-US" sz="1200" b="1" dirty="0">
                <a:latin typeface="+mj-ea"/>
                <a:ea typeface="+mj-ea"/>
              </a:rPr>
              <a:t>밖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A89B07-C818-280D-B566-13D2B664916C}"/>
              </a:ext>
            </a:extLst>
          </p:cNvPr>
          <p:cNvSpPr txBox="1"/>
          <p:nvPr/>
        </p:nvSpPr>
        <p:spPr>
          <a:xfrm>
            <a:off x="7365165" y="114300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+mj-ea"/>
                <a:ea typeface="+mj-ea"/>
              </a:rPr>
              <a:t>문제 발생 시</a:t>
            </a:r>
            <a:endParaRPr lang="ko-KR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11480"/>
            <a:ext cx="7318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듀얼코어 — </a:t>
            </a:r>
            <a:r>
              <a:rPr lang="ko-KR" alt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나눠서 사용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9798" y="1210182"/>
            <a:ext cx="6766560" cy="500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측정(ULP) → 처리(Core 1) → 송신(Core 0) 순서로 흐르고, Core 1이 Core 0을 감시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14130" y="1917446"/>
            <a:ext cx="7315200" cy="3566160"/>
          </a:xfrm>
          <a:prstGeom prst="roundRect">
            <a:avLst>
              <a:gd name="adj" fmla="val 2308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Text 3"/>
          <p:cNvSpPr/>
          <p:nvPr/>
        </p:nvSpPr>
        <p:spPr>
          <a:xfrm>
            <a:off x="870162" y="2054606"/>
            <a:ext cx="2965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ESP32-S3 칩 내부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0161" y="2603246"/>
            <a:ext cx="1482811" cy="2103120"/>
          </a:xfrm>
          <a:prstGeom prst="roundRect">
            <a:avLst>
              <a:gd name="adj" fmla="val 4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Text 5"/>
          <p:cNvSpPr/>
          <p:nvPr/>
        </p:nvSpPr>
        <p:spPr>
          <a:xfrm>
            <a:off x="870161" y="2786126"/>
            <a:ext cx="14828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ULP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0161" y="3197606"/>
            <a:ext cx="148281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초저전력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담당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ko-KR" altLang="en-US" sz="1200" dirty="0"/>
              <a:t>데이터 샘플링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(200Hz, </a:t>
            </a:r>
            <a:r>
              <a:rPr lang="ko-KR" altLang="en-US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</a:t>
            </a:r>
            <a:r>
              <a:rPr lang="en-US" altLang="ko-KR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가속도</a:t>
            </a:r>
            <a:r>
              <a:rPr lang="en-US" sz="12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9002" y="2603246"/>
            <a:ext cx="1828800" cy="2103120"/>
          </a:xfrm>
          <a:prstGeom prst="roundRect">
            <a:avLst>
              <a:gd name="adj" fmla="val 3784"/>
            </a:avLst>
          </a:prstGeom>
          <a:solidFill>
            <a:srgbClr val="3D53B8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0" name="Text 8"/>
          <p:cNvSpPr/>
          <p:nvPr/>
        </p:nvSpPr>
        <p:spPr>
          <a:xfrm>
            <a:off x="3019002" y="278612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19002" y="3197606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처리·감시 담당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변환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송신 데이터 준비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워치독(L1)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7882" y="2603246"/>
            <a:ext cx="1828800" cy="2103120"/>
          </a:xfrm>
          <a:prstGeom prst="roundRect">
            <a:avLst>
              <a:gd name="adj" fmla="val 37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Text 11"/>
          <p:cNvSpPr/>
          <p:nvPr/>
        </p:nvSpPr>
        <p:spPr>
          <a:xfrm>
            <a:off x="5487882" y="278612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7882" y="3197606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담당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스택 전체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송신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1761" y="3124454"/>
            <a:ext cx="840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7481" y="3517646"/>
            <a:ext cx="741405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Text 15"/>
          <p:cNvSpPr/>
          <p:nvPr/>
        </p:nvSpPr>
        <p:spPr>
          <a:xfrm>
            <a:off x="4710641" y="2969006"/>
            <a:ext cx="8402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6361" y="3517646"/>
            <a:ext cx="741405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Shape 17"/>
          <p:cNvSpPr/>
          <p:nvPr/>
        </p:nvSpPr>
        <p:spPr>
          <a:xfrm>
            <a:off x="3887682" y="4980686"/>
            <a:ext cx="2619632" cy="0"/>
          </a:xfrm>
          <a:prstGeom prst="line">
            <a:avLst/>
          </a:prstGeom>
          <a:noFill/>
          <a:ln w="25400">
            <a:solidFill>
              <a:srgbClr val="3D53B8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0" name="Text 18"/>
          <p:cNvSpPr/>
          <p:nvPr/>
        </p:nvSpPr>
        <p:spPr>
          <a:xfrm>
            <a:off x="2653241" y="5099558"/>
            <a:ext cx="52392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"살아 있나?" 감시 — Core 0이 통째로 멈춰도 감지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33702" y="5529326"/>
            <a:ext cx="0" cy="45720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2" name="Text 20"/>
          <p:cNvSpPr/>
          <p:nvPr/>
        </p:nvSpPr>
        <p:spPr>
          <a:xfrm>
            <a:off x="6448001" y="5620766"/>
            <a:ext cx="14828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광고 · 1초 주기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7882" y="6032246"/>
            <a:ext cx="182880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22"/>
          <p:cNvSpPr/>
          <p:nvPr/>
        </p:nvSpPr>
        <p:spPr>
          <a:xfrm>
            <a:off x="5487882" y="603224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(STM32)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98953" y="92481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나눈 이유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198953" y="181330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/>
          <p:nvPr/>
        </p:nvSpPr>
        <p:spPr>
          <a:xfrm>
            <a:off x="8198953" y="1813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747593" y="17675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주기 간섭 최소화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747593" y="214249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통신이 서로 다른 </a:t>
            </a:r>
            <a:r>
              <a:rPr lang="en-US" sz="16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1초 주기가 </a:t>
            </a:r>
            <a:r>
              <a:rPr lang="en-US" sz="16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흔들리지</a:t>
            </a: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</a:t>
            </a:r>
            <a:r>
              <a:rPr lang="ko-KR" alt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74061" y="324332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/>
          <p:nvPr/>
        </p:nvSpPr>
        <p:spPr>
          <a:xfrm>
            <a:off x="8174061" y="32433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22701" y="319760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b="1" dirty="0" err="1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와치독과</a:t>
            </a:r>
            <a:r>
              <a:rPr lang="ko-KR" altLang="en-US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통신의 분리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722701" y="357251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0(통신)이 통째로 멈춰도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1의 감시가 살아서 재부팅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74061" y="460933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Text 33"/>
          <p:cNvSpPr/>
          <p:nvPr/>
        </p:nvSpPr>
        <p:spPr>
          <a:xfrm>
            <a:off x="8174061" y="46093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722701" y="456361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여유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22701" y="493852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</a:t>
            </a: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</a:t>
            </a:r>
            <a:r>
              <a:rPr lang="ko-KR" alt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</a:t>
            </a: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I2C </a:t>
            </a:r>
            <a:r>
              <a:rPr lang="ko-KR" alt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등</a:t>
            </a:r>
            <a:r>
              <a:rPr lang="en-US" sz="16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넣을 자리 확보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307</Words>
  <Application>Microsoft Office PowerPoint</Application>
  <PresentationFormat>와이드스크린</PresentationFormat>
  <Paragraphs>74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이예찬</cp:lastModifiedBy>
  <cp:revision>4</cp:revision>
  <dcterms:created xsi:type="dcterms:W3CDTF">2026-07-19T07:35:06Z</dcterms:created>
  <dcterms:modified xsi:type="dcterms:W3CDTF">2026-07-19T23:05:23Z</dcterms:modified>
</cp:coreProperties>
</file>